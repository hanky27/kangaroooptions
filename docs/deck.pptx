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E8ECF2"/>
                </a:solidFill>
                <a:latin typeface="Georgia"/>
              </a:rPr>
              <a:t>Kangaroo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A94A5"/>
                </a:solidFill>
                <a:latin typeface="Georgia"/>
              </a:rPr>
              <a:t>An options credit-spread grid on 25 instruments, and a model that may only take risk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5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1215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89,802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06A4E"/>
                </a:solidFill>
                <a:latin typeface="Consolas"/>
              </a:rPr>
              <a:t>-10,198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7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FILLS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0304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456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Live sheet, republished every five minutes:  </a:t>
            </a:r>
            <a:r>
              <a:rPr sz="1500" b="1">
                <a:solidFill>
                  <a:srgbClr val="8AA6EF"/>
                </a:solidFill>
                <a:latin typeface="Consolas"/>
              </a:rPr>
              <a:t>hanky27.github.io/KangarooOptions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A5"/>
                </a:solidFill>
                <a:latin typeface="Consolas"/>
              </a:rPr>
              <a:t>Alpaca AI Trading Agents Hackathon  ·  paper account PA3S85G7JUS0  ·  every figure read back through the Alpaca CLI  ·  as of 2026-09-01 14:03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No entry signal. The only judgement is how much.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Open.  </a:t>
            </a:r>
            <a:r>
              <a:rPr sz="1700" b="0">
                <a:solidFill>
                  <a:srgbClr val="E8ECF2"/>
                </a:solidFill>
                <a:latin typeface="Georgia"/>
              </a:rPr>
              <a:t>Sell one credit spread — put on the long side, call on the short side. Short strike nearest spot, wing at the first width that exists as a real strike.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Add.  </a:t>
            </a:r>
            <a:r>
              <a:rPr sz="1700" b="0">
                <a:solidFill>
                  <a:srgbClr val="E8ECF2"/>
                </a:solidFill>
                <a:latin typeface="Georgia"/>
              </a:rPr>
              <a:t>The underlying moves 1.2 % against the cluster → sell another, further out. Every further step needs 0.10 %. Each leg is 1.1× the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Close.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the AGGREGATE mark of the whole cluster, never a single leg. A losing first leg is carried by the credit of the ones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Stop adding.  </a:t>
            </a:r>
            <a:r>
              <a:rPr sz="1700" b="0">
                <a:solidFill>
                  <a:srgbClr val="E8ECF2"/>
                </a:solidFill>
                <a:latin typeface="Georgia"/>
              </a:rPr>
              <a:t>At 5 % adverse from the anchor. Nothing is closed — a grid that stops adding survives, a grid forced to reduce realises its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94A5"/>
                </a:solidFill>
                <a:latin typeface="Georgia"/>
              </a:rPr>
              <a:t>The edge is not prediction. It is that a mean-reverting underlying only has to come back part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AI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decision the code structurally cannot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Blind.  </a:t>
            </a:r>
            <a:r>
              <a:rPr sz="1700" b="0">
                <a:solidFill>
                  <a:srgbClr val="E8ECF2"/>
                </a:solidFill>
                <a:latin typeface="Georgia"/>
              </a:rPr>
              <a:t>KangarooCore sees its own legs and nothing else. Every one of the 25 grids is right on its own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The real risk.  </a:t>
            </a:r>
            <a:r>
              <a:rPr sz="1700" b="0">
                <a:solidFill>
                  <a:srgbClr val="E8ECF2"/>
                </a:solidFill>
                <a:latin typeface="Georgia"/>
              </a:rPr>
              <a:t>Not one bad instrument — MANY deep at once, each correctly following its rule, together consuming the margin any one of them needed to recover.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So.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every rebuy that matters, the model gets the WHOLE account: equity, cash, options buying power, maintenance margin, and all open clusters sorted by adverse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One question.  </a:t>
            </a:r>
            <a:r>
              <a:rPr sz="1700" b="0">
                <a:solidFill>
                  <a:srgbClr val="E8ECF2"/>
                </a:solidFill>
                <a:latin typeface="Georgia"/>
              </a:rPr>
              <a:t>May this cluster add the size it asked for, less, or none?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Asked only from leg 4, or below 40 % headroom. Routine rebuys never reach it — the token bill is proportional to the decisions that carry weight.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RISK GATE  ·  IN CODE, NOT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can only take risk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if qty &gt; requested or qty &lt; 0: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self.clamped += 1                 # a broken contract,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source = 'clamped'                # not a judgement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qty = max(0, min(qty, requested))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50 to a request of 2?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gets 2, and the violation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33087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prose, nothing, a negative?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request passes through untouched.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00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 key, timeout, refusal?  </a:t>
            </a:r>
            <a:r>
              <a:rPr sz="1600" b="0">
                <a:solidFill>
                  <a:srgbClr val="E8ECF2"/>
                </a:solidFill>
                <a:latin typeface="Georgia"/>
              </a:rPr>
              <a:t>Logged, counted, and the grid proceeds with the size it asked for — failing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There is no path through risk_gate.py by which a model opens a position, enlarges one, picks a strike or moves a stop. The worst a hallucinating or compromised model can do is stop the grid from adding — which a constant already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LIVE, 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Its first decision on the competition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250061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25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GOOGL_long: RISK GATE [model] 2 -&gt; 1 (10124 ms):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Multiple clusters (AMZN, TSLA, GLD, SLV) already breached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5% adverse simultaneously; reduce to conserve shared margin.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It halved the size.  </a:t>
            </a:r>
            <a:r>
              <a:rPr sz="1600" b="0">
                <a:solidFill>
                  <a:srgbClr val="E8ECF2"/>
                </a:solidFill>
                <a:latin typeface="Georgia"/>
              </a:rPr>
              <a:t>And justified it by naming four OTHER instruments.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97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That is the whole argument.  </a:t>
            </a:r>
            <a:r>
              <a:rPr sz="1600" b="0">
                <a:solidFill>
                  <a:srgbClr val="E8ECF2"/>
                </a:solidFill>
                <a:latin typeface="Georgia"/>
              </a:rPr>
              <a:t>No single cluster's state machine can see AMZN, TSLA, GLD and SLV at once. A threshold cannot 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93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10.1 seconds.  </a:t>
            </a:r>
            <a:r>
              <a:rPr sz="1600" b="0">
                <a:solidFill>
                  <a:srgbClr val="E8ECF2"/>
                </a:solidFill>
                <a:latin typeface="Georgia"/>
              </a:rPr>
              <a:t>Measured 4.03 s before it went live; the real view carries all 25 clusters. Hence: at most three consults per poll.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ALPACA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One binary, structured JSON, auditable from a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CLI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`alpaca`, pinned to v0.0.13. Not an SDK, not raw HTTP. Positions, clock, quotes, chains, orders, fills, portfolio history, account activities.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Multi-leg limit orders.  </a:t>
            </a:r>
            <a:r>
              <a:rPr sz="1600" b="0">
                <a:solidFill>
                  <a:srgbClr val="E8ECF2"/>
                </a:solidFill>
                <a:latin typeface="Georgia"/>
              </a:rPr>
              <a:t>order_class mleg with a NEGATIVE limit price — that is how a credit is expressed. Both legs fill or neither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484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Batched.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Quotes for every instrument in one request per 100 symbols — the ceiling the endpoint enforces. Poll cost is near-constant in the instrument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9826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broker is the authority.  </a:t>
            </a:r>
            <a:r>
              <a:rPr sz="1600" b="0">
                <a:solidFill>
                  <a:srgbClr val="E8ECF2"/>
                </a:solidFill>
                <a:latin typeface="Georgia"/>
              </a:rPr>
              <a:t>client_order_id carries instrument, cluster, leg and kind, so a close that filled while the agent was stopped is recovered on the next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OS-level single-instance lock.  </a:t>
            </a:r>
            <a:r>
              <a:rPr sz="1600" b="0">
                <a:solidFill>
                  <a:srgbClr val="E8ECF2"/>
                </a:solidFill>
                <a:latin typeface="Georgia"/>
              </a:rPr>
              <a:t>A PID file survives a power cut. A kernel lock does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MEASUREMENT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has to add up, or nothing is published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equity - start  =  realized + unrealized - fees + transfers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89,801.93 - 100,000   =  +1,889.00 -12,067.00 - 15.12 - 4.95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residual +0.0000 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Realized  </a:t>
            </a:r>
            <a:r>
              <a:rPr sz="1600" b="0">
                <a:solidFill>
                  <a:srgbClr val="E8ECF2"/>
                </a:solidFill>
                <a:latin typeface="Georgia"/>
              </a:rPr>
              <a:t>rebuilt fill by fill at average cost — not taken from a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Fees  </a:t>
            </a:r>
            <a:r>
              <a:rPr sz="1600" b="0">
                <a:solidFill>
                  <a:srgbClr val="E8ECF2"/>
                </a:solidFill>
                <a:latin typeface="Georgia"/>
              </a:rPr>
              <a:t>summed from the account's own FEE bookings (298 of them), never from a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286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curve  </a:t>
            </a:r>
            <a:r>
              <a:rPr sz="1600" b="0">
                <a:solidFill>
                  <a:srgbClr val="E8ECF2"/>
                </a:solidFill>
                <a:latin typeface="Georgia"/>
              </a:rPr>
              <a:t>assembled from days that each had to agree with the broker's own close. Days that did not are published as refused, with the numbers.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 published equity curve was once 100,000 above this account and showed a drawdown of -102,137.75 that never happened. That is why every level is now checked against a second reading before it is drawn.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DEVLOG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Seven defects, each with its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f9b7bc0  client_order_id must be unique          6 instruments, every poll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ad109a5  wing selection diverged from the sim    TLT halted at 20/20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5cac761  a rebuy stepped onto its own wing       422 position intent mismatch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2477d66  three phantom clusters                  close filled 33-55 s before a stop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fees modelled, not read                 15.12 booked vs 7.75 assumed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the curve was not this account          -102,137.75 drawdown, 18 h public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8a84e63  the batch had no size                   102 legs &gt; limit 100, 93 min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Every fix carries a regression test  </a:t>
            </a:r>
            <a:r>
              <a:rPr sz="1600" b="0">
                <a:solidFill>
                  <a:srgbClr val="E8ECF2"/>
                </a:solidFill>
                <a:latin typeface="Georgia"/>
              </a:rPr>
              <a:t>built from the account data behind it. 90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worst one was not a wrong number  </a:t>
            </a:r>
            <a:r>
              <a:rPr sz="1600" b="0">
                <a:solidFill>
                  <a:srgbClr val="E8ECF2"/>
                </a:solidFill>
                <a:latin typeface="Georgia"/>
              </a:rPr>
              <a:t>— it was 93 minutes of a trading agent silently not trading.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IS HONEST ABOUT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parts that are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Untuned.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grid parameters come from the author's cTrader Forex bot. They are not tuned for options, or for a one-week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 unmeasured tail.  </a:t>
            </a:r>
            <a:r>
              <a:rPr sz="1600" b="0">
                <a:solidFill>
                  <a:srgbClr val="E8ECF2"/>
                </a:solidFill>
                <a:latin typeface="Georgia"/>
              </a:rPr>
              <a:t>Alpaca option data begins 2024-02 and holds no sustained bear market. The tail is bounded by construction — every position is a spread — but unmeasured.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 martingale, deliberately.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adds into a losing position. That is the strategy, not a defect, and the drawdown on this page is what it looks like.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628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AI sizes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Underlying choice and DTE/strike policy are still rules, not judgements.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89,802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613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13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06A4E"/>
                </a:solidFill>
                <a:latin typeface="Consolas"/>
              </a:rPr>
              <a:t>-10,198  (-10.20 %)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538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RESIDUAL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38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8AA6EF"/>
                </a:solidFill>
                <a:latin typeface="Consolas"/>
              </a:rPr>
              <a:t>+0.0000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56167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8ECF2"/>
                </a:solidFill>
                <a:latin typeface="Georgia"/>
              </a:rPr>
              <a:t>Watch it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8AA6EF"/>
                </a:solidFill>
                <a:latin typeface="Consolas"/>
              </a:rPr>
              <a:t>hanky27.github.io/KangarooOptions</a:t>
            </a:r>
            <a:r>
              <a:rPr sz="1400" b="0">
                <a:solidFill>
                  <a:srgbClr val="8A94A5"/>
                </a:solidFill>
                <a:latin typeface="Consolas"/>
              </a:rPr>
              <a:t>   ·   github.com/Hanky27/KangarooOptions   ·   account PA3S85G7JUS0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